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111556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d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868680"/>
            <a:ext cx="3099661" cy="914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" y="960120"/>
            <a:ext cx="1965960" cy="411480"/>
          </a:xfrm>
          <a:prstGeom prst="roundRect">
            <a:avLst/>
          </a:prstGeom>
          <a:solidFill>
            <a:srgbClr val="623DEF"/>
          </a:solidFill>
          <a:ln>
            <a:solidFill>
              <a:srgbClr val="623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TRIANGLE DEALERSHIP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132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01B4C"/>
                </a:solidFill>
                <a:latin typeface="Aptos Display"/>
              </a:rPr>
              <a:t>Modernize Triangle's loaner program with Ride Fleet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7406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C2B41"/>
                </a:solidFill>
                <a:latin typeface="Aptos"/>
              </a:rPr>
              <a:t>Faster service lane operations, cleaner customer communication, stronger billing visibility, and a modern mobile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6949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C2B41"/>
                </a:solidFill>
                <a:latin typeface="Aptos"/>
              </a:rPr>
              <a:t>Modern dealership loaner workflow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C2B41"/>
                </a:solidFill>
                <a:latin typeface="Aptos"/>
              </a:rPr>
              <a:t>Billing, accounting, and issue resolution in one platform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C2B41"/>
                </a:solidFill>
                <a:latin typeface="Aptos"/>
              </a:rPr>
              <a:t>Commercial model built to compete with enterprise and legacy vendors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11548872" cy="105156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01B4C"/>
                </a:solidFill>
                <a:latin typeface="Aptos Display"/>
              </a:rPr>
              <a:t>Why Triangle should revisit its loaner stack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6B88"/>
                </a:solidFill>
                <a:latin typeface="Aptos"/>
              </a:rPr>
              <a:t>The dealership loaner tool now has to connect service lane, customer, support, and accounting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Customer expectations are mobile-first and speed-sensitive.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Service advisors need faster check-out, return, and exception handling.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Management needs cleaner visibility into utilization, delays, and bottlenecks.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Accounting needs PO support, dealer packets, monthly statements, and cleaner closeout.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Support teams need issue tracking and request-more-info workflows, not scattered follow-up.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11548872" cy="105156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01B4C"/>
                </a:solidFill>
                <a:latin typeface="Aptos Display"/>
              </a:rPr>
              <a:t>What Ride Fleet already does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6B88"/>
                </a:solidFill>
                <a:latin typeface="Aptos"/>
              </a:rPr>
              <a:t>This is already live in the platform, not just roadmap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Dealership loaner intake and borrower packet workflow.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Advisor operations, billing control, and return exception handling.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Extension, vehicle swap, and service completion workflows.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Service lane timeline, billing summary, and accounting closeout.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Printable handoff packet, billing summary, dealer invoice packet, and purchase order print.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Monthly packet and CSV export for accounting and management review.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Alerts for overdue returns, SLA risk, and billing blockers.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14630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2763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01B4C"/>
                </a:solidFill>
                <a:latin typeface="Aptos Display"/>
              </a:rPr>
              <a:t>Service lane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1168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Advisor-facing queue views.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Priority boards for intake, return, billing, and SLA alerts.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Ready-for-pickup visibility.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Borrower packet completion tracking.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Return exception workflow and follow-up.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4630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62763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23DEF"/>
                </a:solidFill>
                <a:latin typeface="Aptos Display"/>
              </a:rPr>
              <a:t>Customer and support 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88152" y="201168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Digital customer journey with pre-check-in, agreement, and payment continuity.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Issue and dispute center with status-change communication.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Request-more-info flow with public response link and document upload.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Single issue history and communications timeline.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11548872" cy="105156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840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01B4C"/>
                </a:solidFill>
                <a:latin typeface="Aptos Display"/>
              </a:rPr>
              <a:t>Built for real service lane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74980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6B88"/>
                </a:solidFill>
                <a:latin typeface="Aptos"/>
              </a:rPr>
              <a:t>Not just reservations and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11548872" cy="105156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01B4C"/>
                </a:solidFill>
                <a:latin typeface="Aptos Display"/>
              </a:rPr>
              <a:t>Accounting and audit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6B88"/>
                </a:solidFill>
                <a:latin typeface="Aptos"/>
              </a:rPr>
              <a:t>The platform is designed to help the service lane and accounting team stay aligned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Billing mode and billing status tracking.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Billing contact, authorization reference, and advisor notes.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Accounting closeout with PO number and dealer invoice number support.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Monthly packet and export flow for cleaner internal review.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Printable documents aligned to a customer-ready contract style.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11548872" cy="105156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01B4C"/>
                </a:solidFill>
                <a:latin typeface="Aptos Display"/>
              </a:rPr>
              <a:t>Competitive market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6B88"/>
                </a:solidFill>
                <a:latin typeface="Aptos"/>
              </a:rPr>
              <a:t>Position Ride Fleet between legacy and premium enterprise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01B4C"/>
                </a:solidFill>
                <a:latin typeface="Aptos Display"/>
              </a:rP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Bluebird LoanerTrack: legacy dealership footprint, reservation module, retail rental contracts, report-heavy positioning.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Dealerware: modern dealership-first mobile story, strong pitch around faster contracting and utilization.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TSD Mobility: enterprise scale, 16,000+ dealerships cited by Reynolds, broad mobility scope.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ARSLoaner: cloud-native, transparent pricing, aggressive value proposition.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RENTALL: dealership loaner offering with cloud/mobile/payments/reporting language and a custom-sales motion.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4630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62763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23DEF"/>
                </a:solidFill>
                <a:latin typeface="Aptos Display"/>
              </a:rPr>
              <a:t>Ride Fleet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152" y="201168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Ride Fleet can win with modern mobile UX, accounting packets, issue center, flexible tenant setup, and faster customization.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Strong today: intake, borrower packet, advisor ops, billing control, extensions, swaps, service completion, monthly packets.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Be careful not to overclaim yet: DMS depth, OEM-specific libraries, telematics automation, insurer network integrations.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Best positioning: more modern than legacy, more flexible than enterprise, more operationally complete than lightweight low-cost tools.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11548872" cy="105156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01B4C"/>
                </a:solidFill>
                <a:latin typeface="Aptos Display"/>
              </a:rPr>
              <a:t>Where Ride Fleet can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6B88"/>
                </a:solidFill>
                <a:latin typeface="Aptos"/>
              </a:rPr>
              <a:t>Strong modern workflow story with honest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01B4C"/>
                </a:solidFill>
                <a:latin typeface="Aptos Display"/>
              </a:rPr>
              <a:t>Strong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Service lane workflow clarity.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Billing and accounting operations.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Issue center and public communications.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Mobile-first user experience.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Fast customization path for dealer-specific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4630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62763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23DEF"/>
                </a:solidFill>
                <a:latin typeface="Aptos Display"/>
              </a:rPr>
              <a:t>Do not overclaim 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152" y="201168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Deep DMS integrations like CDK, Reynolds, or Dealertrack.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OEM-specific forms library across every brand.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Telematics automation for toll, fuel, and mileage capture.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Carrier or insurer network integrations marketed by some enterprise vendors.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11548872" cy="105156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01B4C"/>
                </a:solidFill>
                <a:latin typeface="Aptos Display"/>
              </a:rPr>
              <a:t>Recommended pricing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6B88"/>
                </a:solidFill>
                <a:latin typeface="Aptos"/>
              </a:rPr>
              <a:t>Competitive against enterprise players while still protecting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926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1737360"/>
            <a:ext cx="1783080" cy="384048"/>
          </a:xfrm>
          <a:prstGeom prst="roundRect">
            <a:avLst/>
          </a:prstGeom>
          <a:solidFill>
            <a:srgbClr val="623DEF"/>
          </a:solidFill>
          <a:ln>
            <a:solidFill>
              <a:srgbClr val="623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Pilot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$0 implementation fee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60-day pilot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1 rooftop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Up to 25 active loaners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$199/month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508760"/>
            <a:ext cx="2926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78807" y="1737360"/>
            <a:ext cx="1783080" cy="384048"/>
          </a:xfrm>
          <a:prstGeom prst="roundRect">
            <a:avLst/>
          </a:prstGeom>
          <a:solidFill>
            <a:srgbClr val="25854F"/>
          </a:solidFill>
          <a:ln>
            <a:solidFill>
              <a:srgbClr val="258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Core Dealership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286000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1 rooftop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Up to 40 active loaners included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$399/month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$7/additional active unit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Best standard launch package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508760"/>
            <a:ext cx="2926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53528" y="1737360"/>
            <a:ext cx="1783080" cy="384048"/>
          </a:xfrm>
          <a:prstGeom prst="roundRect">
            <a:avLst/>
          </a:prstGeom>
          <a:solidFill>
            <a:srgbClr val="C56D22"/>
          </a:solidFill>
          <a:ln>
            <a:solidFill>
              <a:srgbClr val="C56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Multi-Rooftop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286000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2+ rooftops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Central reporting and group controls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$699-$1,499/month starting range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C2B41"/>
                </a:solidFill>
                <a:latin typeface="Aptos"/>
              </a:rPr>
              <a:t>Custom quote by scale and rollout needs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11548872" cy="105156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01B4C"/>
                </a:solidFill>
                <a:latin typeface="Aptos Display"/>
              </a:rPr>
              <a:t>Why this pricing can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6B88"/>
                </a:solidFill>
                <a:latin typeface="Aptos"/>
              </a:rPr>
              <a:t>Compete below premium enterprise while staying above commodity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ARSLoaner publicly shows aggressive low-cost pricing, while Dealerware and TSD position higher-value enterprise motions.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Bluebird public pricing is not visible in the materials reviewed.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A simple rooftop plus included-unit model keeps the invoice easy to understand.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A pilot at $199/month and standard at roughly $399/month creates a low-risk first yes.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You preserve room for DMS, telematics, or advanced export work as add-on projects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11548872" cy="105156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01B4C"/>
                </a:solidFill>
                <a:latin typeface="Aptos Display"/>
              </a:rPr>
              <a:t>What Triangle should 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6B88"/>
                </a:solidFill>
                <a:latin typeface="Aptos"/>
              </a:rPr>
              <a:t>Operational and financial benefits the dealership can feel quickly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Faster check-out and return handling.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Less friction for service advisors and lane coordinators.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Clearer loaner availability and exception management.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Stronger accounting visibility and cleaner monthly close.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Better customer communication and follow-up.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More management visibility into loaner fleet performance and bottlenecks.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11548872" cy="105156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01B4C"/>
                </a:solidFill>
                <a:latin typeface="Aptos Display"/>
              </a:rPr>
              <a:t>Recommended offer for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6B88"/>
                </a:solidFill>
                <a:latin typeface="Aptos"/>
              </a:rPr>
              <a:t>A dealer-friendly commercial opening with low switching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60-day pilot.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No implementation fee for pilot.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1 rooftop.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Up to 25 active loaners included.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$199/month during pilot.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Success review at day 45 and conversion to standard or group pricing after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11548872" cy="105156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01B4C"/>
                </a:solidFill>
                <a:latin typeface="Aptos Display"/>
              </a:rPr>
              <a:t>Recommended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6B88"/>
                </a:solidFill>
                <a:latin typeface="Aptos"/>
              </a:rPr>
              <a:t>Use the meeting to get alignment on fit, pilot shape, and must-have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Run a focused workflow demo for intake, packet completion, billing control, extension, swap, and closeout.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Show monthly packet, dealer invoice packet, and issue/request-more-info flow.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Validate their current stack exactly if they reference Bluebird and Rentall together.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Confirm whether DMS integration, OEM forms, or telematics are must-haves for the pilot.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Close on pilot pricing, timeline, and success criteria.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11548872" cy="105156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01B4C"/>
                </a:solidFill>
                <a:latin typeface="Aptos Display"/>
              </a:rPr>
              <a:t>Sources used for this meeting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C6B88"/>
                </a:solidFill>
                <a:latin typeface="Aptos"/>
              </a:rPr>
              <a:t>Public materials reviewed on March 24,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Bluebird LoanerTrack: barsnet.com/products/loanertrack and barsnet.com/loanertrack-features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RENTALL dealership loaner: rentallsoftware.com/dealership-loaner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Dealerware loaner fleet and comparison pages: dealerware.com/loaner-fleet and dealerware.com/better-loaner-software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ARSLoaner features and pricing: arsloaner.com/features.aspx and arsloaner.com/pricing.aspx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Reynolds on TSD scale: reyrey.com/company/media-center/news-releases/reynolds-acquires-tsd-mobility-solutions-enhance-fleet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100">
                <a:solidFill>
                  <a:srgbClr val="2C2B41"/>
                </a:solidFill>
                <a:latin typeface="Aptos"/>
              </a:rPr>
              <a:t>TSD and UVeye announcement: prnewswire.com/news-releases/tsd-mobility-and-uveye-collaborate-to-bring-clarity-and-confidence-to-fleet-management-302710879.html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6B88"/>
                </a:solidFill>
                <a:latin typeface="Aptos"/>
              </a:rPr>
              <a:t>Ride Fleet | Triangle Dealership discussion | March 24,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